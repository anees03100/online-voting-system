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4664-6B3C-49C9-9394-E5B05213E3D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72B5-1EE9-4715-AB7C-FEDE3BCE2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53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4664-6B3C-49C9-9394-E5B05213E3D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72B5-1EE9-4715-AB7C-FEDE3BCE2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808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4664-6B3C-49C9-9394-E5B05213E3D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72B5-1EE9-4715-AB7C-FEDE3BCE2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56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4664-6B3C-49C9-9394-E5B05213E3D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72B5-1EE9-4715-AB7C-FEDE3BCE2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85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4664-6B3C-49C9-9394-E5B05213E3D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72B5-1EE9-4715-AB7C-FEDE3BCE2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941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4664-6B3C-49C9-9394-E5B05213E3D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72B5-1EE9-4715-AB7C-FEDE3BCE2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587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4664-6B3C-49C9-9394-E5B05213E3D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72B5-1EE9-4715-AB7C-FEDE3BCE2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84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4664-6B3C-49C9-9394-E5B05213E3D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72B5-1EE9-4715-AB7C-FEDE3BCE2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4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4664-6B3C-49C9-9394-E5B05213E3D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72B5-1EE9-4715-AB7C-FEDE3BCE2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67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4664-6B3C-49C9-9394-E5B05213E3D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72B5-1EE9-4715-AB7C-FEDE3BCE2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624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4664-6B3C-49C9-9394-E5B05213E3D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72B5-1EE9-4715-AB7C-FEDE3BCE2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038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14664-6B3C-49C9-9394-E5B05213E3D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472B5-1EE9-4715-AB7C-FEDE3BCE2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867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0"/>
            <a:ext cx="9210093" cy="514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1616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64" y="0"/>
            <a:ext cx="93091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1421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57200"/>
            <a:ext cx="9143999" cy="5967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4252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1" y="457200"/>
            <a:ext cx="9097969" cy="562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8271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92" y="35668"/>
            <a:ext cx="8642350" cy="6651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1560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pk</dc:creator>
  <cp:lastModifiedBy>pk</cp:lastModifiedBy>
  <cp:revision>1</cp:revision>
  <dcterms:created xsi:type="dcterms:W3CDTF">2025-11-24T03:48:39Z</dcterms:created>
  <dcterms:modified xsi:type="dcterms:W3CDTF">2025-11-24T03:57:42Z</dcterms:modified>
</cp:coreProperties>
</file>